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1E1B4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A5B4FC"/>
                </a:solidFill>
                <a:latin typeface="Calibri"/>
              </a:rPr>
              <a:t>TASKDESK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9115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Team Structure, Work Division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&amp; Git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77639"/>
            <a:ext cx="1371600" cy="41148"/>
          </a:xfrm>
          <a:prstGeom prst="rect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79392"/>
            <a:ext cx="99971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C7D2FE"/>
                </a:solidFill>
                <a:latin typeface="Calibri"/>
              </a:rPr>
              <a:t>Four developers · four vertical streams · 18 weeks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C7D2FE"/>
                </a:solidFill>
                <a:latin typeface="Calibri"/>
              </a:rPr>
              <a:t>Java 21 · Spring Boot · MySQL 8.4 · React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818CF8"/>
                </a:solidFill>
                <a:latin typeface="Calibri"/>
              </a:rPr>
              <a:t>Companion to PLAN.md and the Product Blueprint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The problem this plan 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Four developers on one codebase produce three predictable failures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484778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755648"/>
            <a:ext cx="475488" cy="3657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1965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29727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The blocking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79776"/>
            <a:ext cx="297271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PLAN.md sequences M0 → M1 → M2 → M3/M4 by dependency. Read literally, three developers sit idle for six weeks waiting on the schema and the security spine.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4361688"/>
            <a:ext cx="2972714" cy="62179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4480560"/>
            <a:ext cx="271668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→  Sprint 0 + three decouplers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3458" y="1481328"/>
            <a:ext cx="3484778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09490" y="1755648"/>
            <a:ext cx="475488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9490" y="181965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9490" y="2322576"/>
            <a:ext cx="29727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Merge collisions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9490" y="2779776"/>
            <a:ext cx="297271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A conventional Spring layout puts every controller in one folder. Four developers then edit the same four directories every single day.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09490" y="4361688"/>
            <a:ext cx="2972714" cy="62179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7506" y="4480560"/>
            <a:ext cx="271668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→  Feature packaging + ownership 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6836" y="1481328"/>
            <a:ext cx="3484778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2868" y="1755648"/>
            <a:ext cx="475488" cy="36576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2868" y="181965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2868" y="2322576"/>
            <a:ext cx="29727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Contract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2868" y="2779776"/>
            <a:ext cx="297271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Four people building against an API that does not exist yet will each assume a different shape for it, and discover the mismatch in week eight.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2868" y="4361688"/>
            <a:ext cx="2972714" cy="62179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0884" y="4480560"/>
            <a:ext cx="271668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→  OpenAPI spec as a Sprint 0 deliverable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TaskDesk — Team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The four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Vertical ownership — each developer owns their slice from database to screen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2999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1920240"/>
                <a:gridCol w="6858000"/>
                <a:gridCol w="167335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Stream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Owns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Milestones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4F46E5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Platform &amp; Security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Schema, migrations, auth, the scope guard, immutability core, CI/CD, then dashboard &amp; reports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6B7280"/>
                          </a:solidFill>
                          <a:latin typeface="Calibri"/>
                        </a:rPr>
                        <a:t>M0 · M1 · M2 · M6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6B6D4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Masters &amp; Clients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All 13 master screens, client master, Excel import, working calendar, workflow template designer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6B7280"/>
                          </a:solidFill>
                          <a:latin typeface="Calibri"/>
                        </a:rPr>
                        <a:t>M3 → joins C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8B5CF6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Tickets &amp; Ribbon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Ticket CRUD, detail page, cycles/reopen, comments, attachments, the Workflow Ribbon, Journey grid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6B7280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4B8A6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Engines &amp; Realtime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SLA &amp; escalation scanners, mail engine, notification centre, WebSocket infrastructure, chat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6B7280"/>
                          </a:solidFill>
                          <a:latin typeface="Calibri"/>
                        </a:rPr>
                        <a:t>M5 · M7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727448"/>
            <a:ext cx="10911535" cy="84124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82896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4F46E5"/>
                </a:solidFill>
                <a:latin typeface="Calibri"/>
              </a:rPr>
              <a:t>Why vertical, not 2 backend + 2 frontend:  a horizontal split makes every feature need two people to coordinate before it can ship — and idles the frontend developer whenever the backend one is behind.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TaskDesk — Team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Who should take which stream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The assignment matters more than the plan — two of these four are load-bearing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11535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91056"/>
            <a:ext cx="54864" cy="7223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36776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A · Platform &amp;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84248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Your strongest backend and infrastructure person.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682496"/>
            <a:ext cx="72996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Everything else depends on their first six weeks, and the scope guard is the highest-risk component in the system. They are also the natural schema arbiter.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42032"/>
            <a:ext cx="10911535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4864" cy="7223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69748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8B5CF6"/>
                </a:solidFill>
                <a:latin typeface="Calibri"/>
              </a:rPr>
              <a:t>C · Tickets &amp; Ribbon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044952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Your strongest all-rounder.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743200"/>
            <a:ext cx="72996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The largest slice — roughly 40% of the product surface and the hardest UI in it. Stream B joins them from week 10.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02736"/>
            <a:ext cx="10911535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712464"/>
            <a:ext cx="54864" cy="7223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758184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alibri"/>
              </a:rPr>
              <a:t>B · Masters &amp; Clients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105656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Fastest at CRUD and forms.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803904"/>
            <a:ext cx="72996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Broad but shallow: many screens, few hard problems. The Excel import wizard is the one genuinely tricky piece.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773168"/>
            <a:ext cx="54864" cy="7223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818888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D · Engines &amp; Realtime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16636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Comfortable with async and scheduling.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864608"/>
            <a:ext cx="72996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The most independent — workers, queues and sockets touch little of the request path. Least damaged by a slightly later start.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TaskDesk — Team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Sprint 0 · weeks 1–2 — nobody waits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Each stream has two weeks of work that depends on nothing anyone else is writing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8869680"/>
                <a:gridCol w="158191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Sprint 0 deliverable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Depends on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4F46E5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Maven multi-module skeleton · docker-compose (MySQL, Redis, MinIO, Mailpit) · the complete Flyway baseline schema — all ~28 tables, triggers, indexes · CI pipeline · DB users and grants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0B981"/>
                          </a:solidFill>
                          <a:latin typeface="Calibri"/>
                        </a:rPr>
                        <a:t>Nothing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06B6D4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All seed data — 6 roles + permission matrix, 11 task types, 4 priorities, statuses, 3 workflow templates · JPA entities and repositories · the ticket fixture corpus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6B7280"/>
                          </a:solidFill>
                          <a:latin typeface="Calibri"/>
                        </a:rPr>
                        <a:t>A's schema, day 3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8B5CF6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React scaffold · design tokens from blueprint §12.1 · the shared component library — button, table, chip, modal, slide-over, toast, skeleton · Storybook · app shell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0B981"/>
                          </a:solidFill>
                          <a:latin typeface="Calibri"/>
                        </a:rPr>
                        <a:t>Nothing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4B8A6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The OpenAPI contract for every endpoint in blueprint §13 · codegen pipeline · MSW mock server with realistic fixtures · the CI staleness check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0B981"/>
                          </a:solidFill>
                          <a:latin typeface="Calibri"/>
                        </a:rPr>
                        <a:t>Nothing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001768"/>
            <a:ext cx="10911535" cy="749808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38928"/>
            <a:ext cx="103628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065F46"/>
                </a:solidFill>
                <a:latin typeface="Calibri"/>
              </a:rPr>
              <a:t>Why one person writes the schema:  28 interlocking tables authored by four people produce four naming conventions, four opinions on nullability, and a conflict on every migration 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TaskDesk — Team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Three decouplers keep the streams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Without these, the dependency chain serialises the team — one person works, three wait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484778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3484778" cy="685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01368"/>
            <a:ext cx="297271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Mock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29727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06B6D4"/>
                </a:solidFill>
                <a:latin typeface="Calibri"/>
              </a:rPr>
              <a:t>OWNED BY D · SPRINT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96896"/>
            <a:ext cx="29727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Every frontend feature is developed against MSW handlers generated from the OpenAPI spec.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767328"/>
            <a:ext cx="297271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Stream C builds the entire ticket detail page — ribbon, tabs, journey grid — before a single ticket endpoint exists.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3458" y="1481328"/>
            <a:ext cx="3484778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3458" y="1481328"/>
            <a:ext cx="3484778" cy="685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9490" y="1801368"/>
            <a:ext cx="297271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dev-noauth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9490" y="2194560"/>
            <a:ext cx="29727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OWNED BY A · DAY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9490" y="2596896"/>
            <a:ext cx="29727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A Spring profile injecting a configurable fake principal: role, project list, reportee 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9490" y="3767328"/>
            <a:ext cx="297271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B, C and D develop against realistic scope behaviour four weeks before the real guard lands. Rejected outside local; disabled in CI.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1481328"/>
            <a:ext cx="3484778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6836" y="1481328"/>
            <a:ext cx="3484778" cy="685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2868" y="1801368"/>
            <a:ext cx="297271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Seed fixtures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2868" y="2194560"/>
            <a:ext cx="29727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Calibri"/>
              </a:rPr>
              <a:t>OWNED BY B · SPRINT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2868" y="2596896"/>
            <a:ext cx="29727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200 tickets across 3 projects — varied stages, iterations, cycles and breach states.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2868" y="3767328"/>
            <a:ext cx="297271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D tests the SLA scanner and C tests the ribbon before either feature exists. Build once, use everywhere.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TaskDesk — Team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Phase timeline · 18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Consistent with the blueprint's own five-month estimate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8368"/>
                <a:gridCol w="2551176"/>
                <a:gridCol w="2551176"/>
                <a:gridCol w="2551176"/>
                <a:gridCol w="2596896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Wk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 — Platform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 — Masters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 — Tickets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 — Engines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1–2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M0 scaffold, schema, CI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Seed data, entities, fixtures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Design system, Storybook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OpenAPI contract, mocks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3–5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M1 auth, JWT, rotation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S-07–S-12 core masters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S-19 create, S-17 list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Outbox, scheduler, STOMP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6–7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M1 scope guard + matrix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S-32–S-34 clients + import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S-20 detail, S-21 quick update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M5 SLA + stage-SLA scanners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8–9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M2 immutability, hash chain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S-13/S-30 workflow designer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M4 cycles, comments, attachments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M5 escalation, mail engine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10–11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M6 aggregation + dashboard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joins C — ribbon UI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M4 handoff, Journey grid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M5 notifications, S-26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12–14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M6 widgets, drill-down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M6 reports + exports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M4 S-22/23/24/29/31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M7 chat, Ask Status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15–16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Performance, S-16 audit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S-28 Resource 360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E2E walkthroughs A/B/C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M7 finish, live ribbon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17–18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Security review, go-live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UAT fixes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UAT fixes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UAT fixes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001768"/>
            <a:ext cx="10911535" cy="6858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38928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2400E"/>
                </a:solidFill>
                <a:latin typeface="Calibri"/>
              </a:rPr>
              <a:t>The one hard dependency:  A's scope guard lands week 7. Until then B, C and D must NOT write their own filtering as a workaround — that becomes a permanent security hole.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TaskDesk — Team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Code ownership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Feature packaging, not layer packaging — so a stream's work lives where nobody else touches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5989320" cy="3977639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27632"/>
            <a:ext cx="5586983" cy="3685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backend/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common/                    → A   shared DTOs, hashing, OpenAPI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domain/db/migration/       → A   Flyway — schema arbiter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api/security/              → A   filter chain, scope resolver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api/feature/auth|dashboard|reports/  → A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api/feature/masters|clients|imports/ → B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api/feature/workflow/      → B   (C consumes, B owns)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api/feature/tickets/       → C   CRUD, cycles, comments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api/feature/transitions/   → C   handoff, ribbon, journey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api/feature/notifications|chat/      → D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api/realtime/              → D   STOMP, interceptor, topics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worker/                    → D   (A owns hash verifier)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frontend/src/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components/ui/             → C   additive changes only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components/ribbon/         → C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styles/tokens.css          → C   frozen after Sprint 0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api/generated/             → nobody — generated, never edited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features/auth|dashboard|reports/     → A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features/masters|clients/  → B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features/tickets/          → C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features/chat|notifications/         → 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481328"/>
            <a:ext cx="4647895" cy="1874519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700784"/>
            <a:ext cx="409925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4F46E5"/>
                </a:solidFill>
                <a:latin typeface="Calibri"/>
              </a:rPr>
              <a:t>The default Spring layout puts every controller in one folder.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4F46E5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4F46E5"/>
                </a:solidFill>
                <a:latin typeface="Calibri"/>
              </a:rPr>
              <a:t>Four developers then edit that folder daily — which is exactly how a team of four ends up moving like a team of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3538728"/>
            <a:ext cx="4647895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3767328"/>
            <a:ext cx="4099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THE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4114800"/>
            <a:ext cx="409925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Work only in your stream's paths.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Touching another stream's directory needs that owner's sign-off — say so, rather than editing it quietly.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5641848"/>
            <a:ext cx="4647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Calibri"/>
              </a:rPr>
              <a:t>This map becomes CODEOWNERS.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TaskDesk — Team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Conflict hotspots — and the rule for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Seven files will otherwise conflict on most merges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4114800"/>
                <a:gridCol w="487375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Why it conflicts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The rule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F4444"/>
                          </a:solidFill>
                          <a:latin typeface="Calibri"/>
                        </a:rPr>
                        <a:t>Flyway migrations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Sequential V14__ numbering collides whenever two developers add a migration the same day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Timestamp versioning: V20260812_1430__desc.sql  ·  never edit an applied file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59E0B"/>
                          </a:solidFill>
                          <a:latin typeface="Calibri"/>
                        </a:rPr>
                        <a:t>Generated API client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A large generated tree that conflicts constantly and is meaningless to merge by hand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On any conflict take neither side — regenerate. .gitattributes merge=ours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59E0B"/>
                          </a:solidFill>
                          <a:latin typeface="Calibri"/>
                        </a:rPr>
                        <a:t>Seed data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One shared seed file guarantees four-way conflicts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One seed file per stream, loaded by a manifest A owns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59E0B"/>
                          </a:solidFill>
                          <a:latin typeface="Calibri"/>
                        </a:rPr>
                        <a:t>Security config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Every stream wants to register its own routes and permissions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A owns the filter chain; streams contribute per-feature @Configuration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3B82F6"/>
                          </a:solidFill>
                          <a:latin typeface="Calibri"/>
                        </a:rPr>
                        <a:t>Design tokens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A stream adding its own colour drifts the palette across four features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Frozen after Sprint 0 — request a token from C, never add one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3B82F6"/>
                          </a:solidFill>
                          <a:latin typeface="Calibri"/>
                        </a:rPr>
                        <a:t>pom.xml / package.json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Two developers adding different JSON libraries in the same week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Announce dependency changes before committing; regenerate lockfiles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3B82F6"/>
                          </a:solidFill>
                          <a:latin typeface="Calibri"/>
                        </a:rPr>
                        <a:t>Shared components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C owns components/ui but all four consume it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Additive only. Storybook is the contract — not in Storybook, not shared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TaskDesk — Team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Git branch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Developers push to branches · Claude merges · then it reaches 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766560" cy="237744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27632"/>
            <a:ext cx="6364224" cy="208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E5E8F0"/>
                </a:solidFill>
                <a:latin typeface="Consolas"/>
              </a:rPr>
              <a:t>main                    protected · release-only · tagged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E5E8F0"/>
                </a:solidFill>
                <a:latin typeface="Consolas"/>
              </a:rPr>
              <a:t>                        Claude promotes — nobody pushes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E5E8F0"/>
                </a:solidFill>
                <a:latin typeface="Consolas"/>
              </a:rPr>
              <a:t>  └── develop           protected · integration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E5E8F0"/>
                </a:solidFill>
                <a:latin typeface="Consolas"/>
              </a:rPr>
              <a:t>                        Claude merges — nobody pushes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E5E8F0"/>
                </a:solidFill>
                <a:latin typeface="Consolas"/>
              </a:rPr>
              <a:t>       ├── feat/platform/jwt-refresh-rotation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E5E8F0"/>
                </a:solidFill>
                <a:latin typeface="Consolas"/>
              </a:rPr>
              <a:t>       ├── feat/masters/client-excel-import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E5E8F0"/>
                </a:solidFill>
                <a:latin typeface="Consolas"/>
              </a:rPr>
              <a:t>       ├── feat/tickets/ribbon-handoff-dialog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E5E8F0"/>
                </a:solidFill>
                <a:latin typeface="Consolas"/>
              </a:rPr>
              <a:t>       └── feat/engines/sla-scanner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481328"/>
            <a:ext cx="3870655" cy="23774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719072"/>
            <a:ext cx="3322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F46E5"/>
                </a:solidFill>
                <a:latin typeface="Calibri"/>
              </a:rPr>
              <a:t>WHY TWO PROTECTED BRANCHES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084832"/>
            <a:ext cx="332201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>develop is where four streams actually integrate, and where conflicts surface.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>main only ever receives a develop that is already proven green.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>Merging four streams straight into main means resolving every conflict against your release branch.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7880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Calibri"/>
              </a:rPr>
              <a:t>NAMING  ·  &lt;type&gt;/&lt;stream&gt;/&lt;slug&gt;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44568"/>
            <a:ext cx="56692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27448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onsolas"/>
              </a:rPr>
              <a:t>type    feat · fix · chore · refactor · docs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onsolas"/>
              </a:rPr>
              <a:t>stream  platform · masters · tickets · engines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onsolas"/>
              </a:rPr>
              <a:t>slug    kebab-case, describes the change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544568"/>
            <a:ext cx="4967935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681728"/>
            <a:ext cx="4419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CONVENTIONAL COMMITS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001768"/>
            <a:ext cx="44192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Consolas"/>
              </a:rPr>
              <a:t>feat(tickets): add handoff dialog with effort confirmation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Consolas"/>
              </a:rPr>
              <a:t>fix(engines): honour working calendar in stage-SLA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TaskDesk — Team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Rules for developers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Seven rules that make the integration job tractable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4134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72768"/>
            <a:ext cx="51937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111827"/>
                </a:solidFill>
                <a:latin typeface="Calibri"/>
              </a:rPr>
              <a:t>Branch from develop</a:t>
            </a:r>
            <a:r>
              <a:rPr sz="1300">
                <a:solidFill>
                  <a:srgbClr val="6B7280"/>
                </a:solidFill>
                <a:latin typeface="Calibri"/>
              </a:rPr>
              <a:t>, never from main.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5574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487168"/>
            <a:ext cx="51937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111827"/>
                </a:solidFill>
                <a:latin typeface="Calibri"/>
              </a:rPr>
              <a:t>Rebase on develop daily</a:t>
            </a:r>
            <a:r>
              <a:rPr sz="1300">
                <a:solidFill>
                  <a:srgbClr val="6B7280"/>
                </a:solidFill>
                <a:latin typeface="Calibri"/>
              </a:rPr>
              <a:t> — a branch unrebased for a week is a conflict waiting to become someone else's problem.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7014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401568"/>
            <a:ext cx="51937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111827"/>
                </a:solidFill>
                <a:latin typeface="Calibri"/>
              </a:rPr>
              <a:t>Small pull requests</a:t>
            </a:r>
            <a:r>
              <a:rPr sz="1300">
                <a:solidFill>
                  <a:srgbClr val="6B7280"/>
                </a:solidFill>
                <a:latin typeface="Calibri"/>
              </a:rPr>
              <a:t> — target under 400 changed lines. A 3,000-line PR cannot be meaningfully reviewed.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38454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4315968"/>
            <a:ext cx="51937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111827"/>
                </a:solidFill>
                <a:latin typeface="Calibri"/>
              </a:rPr>
              <a:t>No merge commits inside a branch</a:t>
            </a:r>
            <a:r>
              <a:rPr sz="1300">
                <a:solidFill>
                  <a:srgbClr val="6B7280"/>
                </a:solidFill>
                <a:latin typeface="Calibri"/>
              </a:rPr>
              <a:t> — rebase, so conflicts are resolved once rather than replayed.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0" y="164134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8" y="1572768"/>
            <a:ext cx="51937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111827"/>
                </a:solidFill>
                <a:latin typeface="Calibri"/>
              </a:rPr>
              <a:t>Push at least once a day</a:t>
            </a:r>
            <a:r>
              <a:rPr sz="1300">
                <a:solidFill>
                  <a:srgbClr val="6B7280"/>
                </a:solidFill>
                <a:latin typeface="Calibri"/>
              </a:rPr>
              <a:t>, even work in progress. Unpushed work is invisible work.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255574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2487168"/>
            <a:ext cx="51937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111827"/>
                </a:solidFill>
                <a:latin typeface="Calibri"/>
              </a:rPr>
              <a:t>CI must be green</a:t>
            </a:r>
            <a:r>
              <a:rPr sz="1300">
                <a:solidFill>
                  <a:srgbClr val="6B7280"/>
                </a:solidFill>
                <a:latin typeface="Calibri"/>
              </a:rPr>
              <a:t> before requesting integration. Claude does not merge a red branch.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347014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3401568"/>
            <a:ext cx="51937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111827"/>
                </a:solidFill>
                <a:latin typeface="Calibri"/>
              </a:rPr>
              <a:t>Never commit</a:t>
            </a:r>
            <a:r>
              <a:rPr sz="1300">
                <a:solidFill>
                  <a:srgbClr val="6B7280"/>
                </a:solidFill>
                <a:latin typeface="Calibri"/>
              </a:rPr>
              <a:t> .env, credentials, application-local.yml, target/, node_modules/, .DS_Store.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44568"/>
            <a:ext cx="10911535" cy="123444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" y="4727448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A5B4FC"/>
                </a:solidFill>
                <a:latin typeface="Calibri"/>
              </a:rPr>
              <a:t>BRANCH PROTECTION  ·  main and develop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19" y="5093208"/>
            <a:ext cx="102714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Direct pushes blocked   ·   1 approval required   ·   status checks must pass   ·   linear history   ·   no force push   ·   no deletion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TaskDesk — Team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The integration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What Claude runs — written down so it is repeatable, not ad hoc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PER BRANCH  ·  DAILY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10512"/>
            <a:ext cx="5852160" cy="228600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56816"/>
            <a:ext cx="5449824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git fetch --all --prune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git checkout develop &amp;&amp; git pull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git checkout feat/tickets/ribbon-handoff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git rebase develop          # conflicts resolved here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mvn -q verify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npm --prefix frontend run build &amp;&amp; npm test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git checkout develop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git merge --no-ff feat/tickets/ribbon-handoff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git push origin develop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70248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--no-ff is deliberate: it keeps each feature visible as a unit, which matters when a milestone has to be bisected or reverted.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481328"/>
            <a:ext cx="4739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PRE-MERGE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10512"/>
            <a:ext cx="4739335" cy="2962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68312" y="2093976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42631" y="2029968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CI green on the branch</a:t>
            </a:r>
          </a:p>
        </p:txBody>
      </p:sp>
      <p:sp>
        <p:nvSpPr>
          <p:cNvPr id="14" name="Oval 13"/>
          <p:cNvSpPr/>
          <p:nvPr/>
        </p:nvSpPr>
        <p:spPr>
          <a:xfrm>
            <a:off x="7068312" y="2478024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2631" y="2414016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No edits to another stream's paths without sign-off</a:t>
            </a:r>
          </a:p>
        </p:txBody>
      </p:sp>
      <p:sp>
        <p:nvSpPr>
          <p:cNvPr id="16" name="Oval 15"/>
          <p:cNvSpPr/>
          <p:nvPr/>
        </p:nvSpPr>
        <p:spPr>
          <a:xfrm>
            <a:off x="7068312" y="286207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1" y="2798064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No changes to already-applied migrations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7068312" y="324612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2631" y="3182112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Append-only tables still have no update or delete path</a:t>
            </a:r>
          </a:p>
        </p:txBody>
      </p:sp>
      <p:sp>
        <p:nvSpPr>
          <p:cNvPr id="20" name="Oval 19"/>
          <p:cNvSpPr/>
          <p:nvPr/>
        </p:nvSpPr>
        <p:spPr>
          <a:xfrm>
            <a:off x="7068312" y="363016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2631" y="3566160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New endpoints in the OpenAPI spec; client regenerated</a:t>
            </a:r>
          </a:p>
        </p:txBody>
      </p:sp>
      <p:sp>
        <p:nvSpPr>
          <p:cNvPr id="22" name="Oval 21"/>
          <p:cNvSpPr/>
          <p:nvPr/>
        </p:nvSpPr>
        <p:spPr>
          <a:xfrm>
            <a:off x="7068312" y="4014215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42631" y="3950208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Tests exist; new routes have permission-matrix entries</a:t>
            </a:r>
          </a:p>
        </p:txBody>
      </p:sp>
      <p:sp>
        <p:nvSpPr>
          <p:cNvPr id="24" name="Oval 23"/>
          <p:cNvSpPr/>
          <p:nvPr/>
        </p:nvSpPr>
        <p:spPr>
          <a:xfrm>
            <a:off x="7068312" y="4398264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2631" y="4334256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No secrets, no PII in logs, no stray debug output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4910328"/>
            <a:ext cx="4739335" cy="86868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68312" y="5074920"/>
            <a:ext cx="4236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92400E"/>
                </a:solidFill>
                <a:latin typeface="Calibri"/>
              </a:rPr>
              <a:t>On genuinely ambiguous conflicts — two streams changing the same business rule in different directions — the branch is handed back with the question, not guessed at.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TaskDesk — Team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Cadence and promotion to main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70432"/>
          <a:ext cx="10908792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6949440"/>
                <a:gridCol w="139903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Continuously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Developers push to their feature branches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6B7280"/>
                          </a:solidFill>
                          <a:latin typeface="Calibri"/>
                        </a:rPr>
                        <a:t>Developers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Daily · end of day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Claude integrates all ready branches into develop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4F46E5"/>
                          </a:solidFill>
                          <a:latin typeface="Calibri"/>
                        </a:rPr>
                        <a:t>Claude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Daily · next morning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Anything unmergeable is reported back with the specific conflict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4F46E5"/>
                          </a:solidFill>
                          <a:latin typeface="Calibri"/>
                        </a:rPr>
                        <a:t>Claude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Weekly / milestone end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Claude promotes develop → main and tags the release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4F46E5"/>
                          </a:solidFill>
                          <a:latin typeface="Calibri"/>
                        </a:rPr>
                        <a:t>Claude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56616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PROMOTION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95344"/>
            <a:ext cx="6400800" cy="155448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4041648"/>
            <a:ext cx="5998464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git checkout develop &amp;&amp; git pull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mvn -q verify &amp;&amp; npm --prefix frontend run build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# smoke test against a fresh docker compose stack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git checkout main &amp;&amp; git merge --no-ff develop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git tag -a v0.3.0 -m "M3 — master data module"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git push origin main --tags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895344"/>
            <a:ext cx="4236415" cy="15544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19" y="4096512"/>
            <a:ext cx="36877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065F46"/>
                </a:solidFill>
                <a:latin typeface="Calibri"/>
              </a:rPr>
              <a:t>main should always be deployable.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065F46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065F46"/>
                </a:solidFill>
                <a:latin typeface="Calibri"/>
              </a:rPr>
              <a:t>If it isn't, the promotion gate failed — and that is the thing to fix.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TaskDesk — Team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Repository bootstrap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The project is not yet a git repository, and gh is not installed on this machine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481328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517904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git init, with develop as the working branch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048256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0848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.gitignore — Java, Node, IDE, OS, secrets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615184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70048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6517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.gitattributes — generated client merge=ours, eol=lf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182112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36976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21868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Move blueprint, PLAN.md, TEAM-PLAN.md into docs/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749040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03904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785616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CODEOWNERS from the ownership map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1481328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536192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1517904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CONTRIBUTING.md — the rules, condensed to one page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2048256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10312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20848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Pull request template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2615184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670048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26517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Initial commit on main; branch develop; push both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3182112"/>
            <a:ext cx="329184" cy="32918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236976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321868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Create the remote, apply branch protection, add the team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3749040"/>
            <a:ext cx="329184" cy="32918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803904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3785616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.github/workflows/ci.yml — build, test, staleness check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544568"/>
            <a:ext cx="10911535" cy="7772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70916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F46E5"/>
                </a:solidFill>
                <a:latin typeface="Calibri"/>
              </a:rPr>
              <a:t>Steps 1–8 can be done locally today.   Step 9 needs the remote decided and either gh installed or the web UI.   Step 10 lands with Stream A's Sprint 0 work.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TaskDesk — Team Plan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Definition of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A branch is ready for integration when all ten hold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72184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Feature works against the real backend, not only against mocks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4825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39112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Unit tests for business logic; integration tests for any new endpoint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1518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New routes have permission-matrix entries for all six roles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8211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172968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Migrations use timestamp versioning; no applied file was edited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39896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OpenAPI spec updated; client regenerated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8132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472184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Storybook entry for any new shared component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04825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039112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No new lint or compiler warnings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61518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6060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Screens match the design tokens; keyboard navigable; ARIA labels present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18211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172968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Rebased on current develop, CI green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749039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739896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Touches only the stream's owned paths, or has the other owner's sign-off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98848"/>
            <a:ext cx="10911535" cy="82296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19" y="4681728"/>
            <a:ext cx="102714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Developers never merge their own branch.   Push it, say it is ready, and it enters the integration queue.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TaskDesk — Team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1E1B4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What to do right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81328"/>
            <a:ext cx="1188720" cy="36576"/>
          </a:xfrm>
          <a:prstGeom prst="rect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74519"/>
            <a:ext cx="384048" cy="384048"/>
          </a:xfrm>
          <a:prstGeom prst="ellipse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56815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1B4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7451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Assign the four streams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01951"/>
            <a:ext cx="6430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Stream A must be your strongest backend person — they gate the other three for six weeks.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551176"/>
            <a:ext cx="384048" cy="384048"/>
          </a:xfrm>
          <a:prstGeom prst="ellipse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3347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1B4B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55117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Answer the directory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578608"/>
            <a:ext cx="6430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Does an employee directory or SSO already exist? If yes, users needs an external ID now, not after M3.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227832"/>
            <a:ext cx="384048" cy="384048"/>
          </a:xfrm>
          <a:prstGeom prst="ellipse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1012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1B4B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278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Bootstrap the 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55264"/>
            <a:ext cx="6430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git init, .gitignore, docs/, CODEOWNERS, CONTRIBUTING.md, initial commit, branch develop. ~10 minutes.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904488"/>
            <a:ext cx="384048" cy="384048"/>
          </a:xfrm>
          <a:prstGeom prst="ellipse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86784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1B4B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044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Create the remote and add the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931920"/>
            <a:ext cx="6430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Branch protection on both main and develop. Needs gh installed or the web UI.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581144"/>
            <a:ext cx="384048" cy="384048"/>
          </a:xfrm>
          <a:prstGeom prst="ellipse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1B4B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581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Kickoff — 90 minutes, whole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608576"/>
            <a:ext cx="6430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Walk blueprint §4A and §4 together. Four people need one shared mental model.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257800"/>
            <a:ext cx="384048" cy="384048"/>
          </a:xfrm>
          <a:prstGeom prst="ellipse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4009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1B4B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257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Everyone runs their stream skill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285232"/>
            <a:ext cx="6430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Sprint 0 begins. C and D start day 1; B starts day 3.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1722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818CF8"/>
                </a:solidFill>
                <a:latin typeface="Calibri"/>
              </a:rPr>
              <a:t>docs/TEAM-PLAN.md  ·  docs/GETTING-STARTED.md  ·  docs/streams/STREAM-A…D.md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